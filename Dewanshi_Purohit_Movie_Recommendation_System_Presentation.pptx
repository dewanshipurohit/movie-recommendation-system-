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D75649-3960-4884-8B7F-77EEC60A41A0}" v="571" dt="2026-05-31T09:17:53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36143"/>
            <a:ext cx="9144000" cy="1646477"/>
          </a:xfrm>
        </p:spPr>
        <p:txBody>
          <a:bodyPr>
            <a:normAutofit fontScale="90000"/>
          </a:bodyPr>
          <a:lstStyle/>
          <a:p>
            <a:r>
              <a:rPr lang="en-US" dirty="0"/>
              <a:t>Movie Recommendation </a:t>
            </a:r>
            <a:r>
              <a:rPr lang="en-US"/>
              <a:t>System Using Machine Learning</a:t>
            </a:r>
            <a:r>
              <a:rPr lang="en-US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19161"/>
            <a:ext cx="9144000" cy="28979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Name : Dewanshi Purohit </a:t>
            </a:r>
            <a:endParaRPr lang="en-US" dirty="0"/>
          </a:p>
          <a:p>
            <a:pPr algn="l"/>
            <a:r>
              <a:rPr lang="en-US"/>
              <a:t>Subtitle : Internship Project Report Presentation</a:t>
            </a:r>
          </a:p>
          <a:p>
            <a:pPr algn="l"/>
            <a:r>
              <a:rPr lang="en-US" dirty="0" err="1"/>
              <a:t>Prepa</a:t>
            </a:r>
            <a:r>
              <a:rPr lang="en-US" dirty="0"/>
              <a:t>red By: </a:t>
            </a:r>
            <a:r>
              <a:rPr lang="en-US" dirty="0" err="1"/>
              <a:t>Pyt</a:t>
            </a:r>
            <a:r>
              <a:rPr lang="en-US" dirty="0"/>
              <a:t>hon , Machine Learning , </a:t>
            </a:r>
            <a:r>
              <a:rPr lang="en-US" dirty="0" err="1"/>
              <a:t>Streamlit</a:t>
            </a:r>
            <a:r>
              <a:rPr lang="en-US" dirty="0"/>
              <a:t> , TMDB API</a:t>
            </a:r>
          </a:p>
          <a:p>
            <a:pPr algn="l"/>
            <a:r>
              <a:rPr lang="en-US" dirty="0"/>
              <a:t>Organization : </a:t>
            </a:r>
            <a:r>
              <a:rPr lang="en-US" dirty="0" err="1"/>
              <a:t>Naviotech</a:t>
            </a:r>
            <a:r>
              <a:rPr lang="en-US" dirty="0"/>
              <a:t> Solutions </a:t>
            </a:r>
            <a:r>
              <a:rPr lang="en-US" dirty="0" err="1"/>
              <a:t>Internshi</a:t>
            </a:r>
            <a:r>
              <a:rPr lang="en-US" dirty="0"/>
              <a:t>p Program </a:t>
            </a:r>
          </a:p>
          <a:p>
            <a:pPr algn="l"/>
            <a:r>
              <a:rPr lang="en-US"/>
              <a:t>Date : May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BDA03-DD3B-8647-745C-32D5B6818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65140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/>
              <a:t>INTRODUCTION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A5FEF608-7839-5327-C7D3-8AB74002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79" y="2307336"/>
            <a:ext cx="5092760" cy="358444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Recommends movies based on similarity.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Helps users discover new movies easily.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Uses Machine Learning techniques.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Displays movie posters using TMDB API. 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Built using Python and </a:t>
            </a:r>
            <a:r>
              <a:rPr lang="en-US" sz="2400" dirty="0" err="1">
                <a:ea typeface="+mn-lt"/>
                <a:cs typeface="+mn-lt"/>
              </a:rPr>
              <a:t>Streamlit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Content Placeholder 3" descr="Movie streaming app">
            <a:extLst>
              <a:ext uri="{FF2B5EF4-FFF2-40B4-BE49-F238E27FC236}">
                <a16:creationId xmlns:a16="http://schemas.microsoft.com/office/drawing/2014/main" id="{C1DF84A5-E1F7-E6AB-9524-AC42463D07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83" r="13714" b="-1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810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F702-B44A-AE10-1C0D-5CB8A339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73772"/>
            <a:ext cx="10515600" cy="1325563"/>
          </a:xfrm>
        </p:spPr>
        <p:txBody>
          <a:bodyPr/>
          <a:lstStyle/>
          <a:p>
            <a:r>
              <a:rPr lang="en-US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0D88F-F395-7BC1-CAF8-89AFD8542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59" y="1231714"/>
            <a:ext cx="9350189" cy="48331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Problem Statement</a:t>
            </a:r>
          </a:p>
          <a:p>
            <a:r>
              <a:rPr lang="en-US" sz="2400" dirty="0">
                <a:ea typeface="+mn-lt"/>
                <a:cs typeface="+mn-lt"/>
              </a:rPr>
              <a:t>Users often find it difficult to choose movies from a large collection.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Searching manually for similar movies takes time.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There is a need for an intelligent system that can recommend movies automatically.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/>
              <a:t>Objectives</a:t>
            </a:r>
          </a:p>
          <a:p>
            <a:r>
              <a:rPr lang="en-US" sz="2400">
                <a:ea typeface="+mn-lt"/>
                <a:cs typeface="+mn-lt"/>
              </a:rPr>
              <a:t>Develop a movie recommendation system using Machine Learning.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Recommend top 5 similar movies based on selected movie.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Display movie posters using TMDB API.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Create an interactive web application using </a:t>
            </a:r>
            <a:r>
              <a:rPr lang="en-US" sz="2400" dirty="0" err="1">
                <a:ea typeface="+mn-lt"/>
                <a:cs typeface="+mn-lt"/>
              </a:rPr>
              <a:t>Streamlit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258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B2D9-ADC9-620C-F20B-582F4439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553" y="319044"/>
            <a:ext cx="4795089" cy="671187"/>
          </a:xfrm>
        </p:spPr>
        <p:txBody>
          <a:bodyPr>
            <a:normAutofit fontScale="90000"/>
          </a:bodyPr>
          <a:lstStyle/>
          <a:p>
            <a:r>
              <a:rPr lang="en-US" sz="4400"/>
              <a:t>Technologies Used</a:t>
            </a:r>
          </a:p>
        </p:txBody>
      </p:sp>
      <p:pic>
        <p:nvPicPr>
          <p:cNvPr id="6" name="Picture Placeholder 5" descr="Logo device only">
            <a:extLst>
              <a:ext uri="{FF2B5EF4-FFF2-40B4-BE49-F238E27FC236}">
                <a16:creationId xmlns:a16="http://schemas.microsoft.com/office/drawing/2014/main" id="{34FB7CCC-F740-C8D9-E94C-2D55FD42919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2560" t="-2217" r="-5919" b="14139"/>
          <a:stretch>
            <a:fillRect/>
          </a:stretch>
        </p:blipFill>
        <p:spPr>
          <a:xfrm>
            <a:off x="9338149" y="655462"/>
            <a:ext cx="2454084" cy="2434552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194E4-5967-6567-9FC6-F61DEE574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1553" y="992842"/>
            <a:ext cx="4671824" cy="48761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/>
              <a:t> Key </a:t>
            </a:r>
            <a:r>
              <a:rPr lang="en-US" sz="2800" b="1" dirty="0"/>
              <a:t>Features  of   Technologies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Python for application development.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Streamlit</a:t>
            </a:r>
            <a:r>
              <a:rPr lang="en-US" sz="2400" dirty="0">
                <a:ea typeface="+mn-lt"/>
                <a:cs typeface="+mn-lt"/>
              </a:rPr>
              <a:t> for interactive user interface.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TMDB API for displaying movie posters.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Pandas for handling movie datasets.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Pickle for storing recommendation data.</a:t>
            </a:r>
            <a:endParaRPr lang="en-US" sz="2400"/>
          </a:p>
          <a:p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9B5566-CE60-D212-0C9C-16A761CE02A8}"/>
              </a:ext>
            </a:extLst>
          </p:cNvPr>
          <p:cNvSpPr/>
          <p:nvPr/>
        </p:nvSpPr>
        <p:spPr>
          <a:xfrm>
            <a:off x="9033205" y="2996195"/>
            <a:ext cx="2987489" cy="24496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treamlit color mark">
            <a:extLst>
              <a:ext uri="{FF2B5EF4-FFF2-40B4-BE49-F238E27FC236}">
                <a16:creationId xmlns:a16="http://schemas.microsoft.com/office/drawing/2014/main" id="{C9E441E2-F9C7-5D71-A5CD-6256CC430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223" y="3953346"/>
            <a:ext cx="2743199" cy="150624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D89860-4C90-8943-CB33-C49E246D5B9C}"/>
              </a:ext>
            </a:extLst>
          </p:cNvPr>
          <p:cNvSpPr/>
          <p:nvPr/>
        </p:nvSpPr>
        <p:spPr>
          <a:xfrm>
            <a:off x="6202482" y="2361413"/>
            <a:ext cx="2842185" cy="21001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Pandas SVG and transparent PNG icons ...">
            <a:extLst>
              <a:ext uri="{FF2B5EF4-FFF2-40B4-BE49-F238E27FC236}">
                <a16:creationId xmlns:a16="http://schemas.microsoft.com/office/drawing/2014/main" id="{1F48866A-5803-4DEC-7305-42B23C5E4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732" y="799820"/>
            <a:ext cx="2143125" cy="2143125"/>
          </a:xfrm>
          <a:prstGeom prst="rect">
            <a:avLst/>
          </a:prstGeom>
        </p:spPr>
      </p:pic>
      <p:pic>
        <p:nvPicPr>
          <p:cNvPr id="11" name="Picture 10" descr="VS Code icon">
            <a:extLst>
              <a:ext uri="{FF2B5EF4-FFF2-40B4-BE49-F238E27FC236}">
                <a16:creationId xmlns:a16="http://schemas.microsoft.com/office/drawing/2014/main" id="{618D7AE0-F889-5B3D-CC65-744D1AA35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958" y="3648636"/>
            <a:ext cx="2149289" cy="211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60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D8951-6F7C-2906-727B-9E022ACD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System Flow </a:t>
            </a:r>
            <a:endParaRPr lang="en-US" sz="4000" kern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283BD-4E4B-544E-2D48-1B455A160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287438"/>
            <a:ext cx="4401401" cy="38895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/>
              <a:t>User selects a movie. </a:t>
            </a:r>
            <a:endParaRPr lang="en-US" sz="24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/>
              <a:t>System finds the selected movie index. </a:t>
            </a:r>
            <a:endParaRPr lang="en-US" sz="24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/>
              <a:t>Similarity matrix is used to calculate similar movies. </a:t>
            </a:r>
            <a:endParaRPr lang="en-US" sz="24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/>
              <a:t>Top 5 most similar movies are selected. </a:t>
            </a:r>
            <a:endParaRPr lang="en-US" sz="24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/>
              <a:t>Movie posters are fetched using TMDB API. </a:t>
            </a:r>
            <a:endParaRPr lang="en-US" sz="24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 dirty="0"/>
              <a:t>Recommendations are displayed in </a:t>
            </a:r>
            <a:r>
              <a:rPr lang="en-US" sz="2400" dirty="0" err="1"/>
              <a:t>Streamlit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5" name="Picture Placeholder 4" descr="A screenshot of a movie&#10;&#10;AI-generated content may be incorrect.">
            <a:extLst>
              <a:ext uri="{FF2B5EF4-FFF2-40B4-BE49-F238E27FC236}">
                <a16:creationId xmlns:a16="http://schemas.microsoft.com/office/drawing/2014/main" id="{E08118F9-BD71-0FAE-6BE4-C125DE03BF1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8005" r="18005"/>
          <a:stretch/>
        </p:blipFill>
        <p:spPr>
          <a:xfrm>
            <a:off x="5177049" y="1287952"/>
            <a:ext cx="6617876" cy="55732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E1B0CC-AE6A-5600-6467-681A9464C3BE}"/>
              </a:ext>
            </a:extLst>
          </p:cNvPr>
          <p:cNvSpPr txBox="1"/>
          <p:nvPr/>
        </p:nvSpPr>
        <p:spPr>
          <a:xfrm>
            <a:off x="5211653" y="478097"/>
            <a:ext cx="65837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Movie Recommendation System Displa</a:t>
            </a:r>
            <a:r>
              <a:rPr lang="en-US"/>
              <a:t>ying top 5 recommended movies for the selected movie</a:t>
            </a:r>
          </a:p>
        </p:txBody>
      </p:sp>
    </p:spTree>
    <p:extLst>
      <p:ext uri="{BB962C8B-B14F-4D97-AF65-F5344CB8AC3E}">
        <p14:creationId xmlns:p14="http://schemas.microsoft.com/office/powerpoint/2010/main" val="71898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321C6-2037-5174-2B11-EC5544C2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83" y="457200"/>
            <a:ext cx="4324442" cy="1600200"/>
          </a:xfrm>
        </p:spPr>
        <p:txBody>
          <a:bodyPr>
            <a:normAutofit/>
          </a:bodyPr>
          <a:lstStyle/>
          <a:p>
            <a:r>
              <a:rPr lang="en-US" sz="4000"/>
              <a:t>Implementation &amp; Code Structure </a:t>
            </a:r>
          </a:p>
        </p:txBody>
      </p:sp>
      <p:pic>
        <p:nvPicPr>
          <p:cNvPr id="5" name="Picture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4493CBD-429C-05E4-D2F8-1E5A9917CDA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703" t="-1522" r="1641" b="981"/>
          <a:stretch>
            <a:fillRect/>
          </a:stretch>
        </p:blipFill>
        <p:spPr>
          <a:xfrm>
            <a:off x="4634100" y="1155301"/>
            <a:ext cx="7334242" cy="41293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6A6E6-7F01-C808-B0BF-868139AA2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583" y="2180665"/>
            <a:ext cx="4324442" cy="381158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400" b="1">
                <a:ea typeface="+mn-lt"/>
                <a:cs typeface="+mn-lt"/>
              </a:rPr>
              <a:t>Main Components: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latin typeface="Consolas"/>
              </a:rPr>
              <a:t>movie_list.pkl</a:t>
            </a:r>
            <a:r>
              <a:rPr lang="en-US" sz="2400" dirty="0">
                <a:ea typeface="+mn-lt"/>
                <a:cs typeface="+mn-lt"/>
              </a:rPr>
              <a:t> – Stores movie information.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latin typeface="Consolas"/>
              </a:rPr>
              <a:t>similarity.pkl</a:t>
            </a:r>
            <a:r>
              <a:rPr lang="en-US" sz="2400" dirty="0">
                <a:ea typeface="+mn-lt"/>
                <a:cs typeface="+mn-lt"/>
              </a:rPr>
              <a:t> – Stores similarity matrix.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onsolas"/>
              </a:rPr>
              <a:t>recommend()</a:t>
            </a:r>
            <a:r>
              <a:rPr lang="en-US" sz="2400">
                <a:ea typeface="+mn-lt"/>
                <a:cs typeface="+mn-lt"/>
              </a:rPr>
              <a:t> – Finds top 5 similar movies.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latin typeface="Consolas"/>
              </a:rPr>
              <a:t>fetch_poster</a:t>
            </a:r>
            <a:r>
              <a:rPr lang="en-US" sz="2400" dirty="0">
                <a:latin typeface="Consolas"/>
              </a:rPr>
              <a:t>()</a:t>
            </a:r>
            <a:r>
              <a:rPr lang="en-US" sz="2400" dirty="0">
                <a:ea typeface="+mn-lt"/>
                <a:cs typeface="+mn-lt"/>
              </a:rPr>
              <a:t> – Fetches movie posters using TMDB API.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Streamlit</a:t>
            </a:r>
            <a:r>
              <a:rPr lang="en-US" sz="2400" dirty="0">
                <a:ea typeface="+mn-lt"/>
                <a:cs typeface="+mn-lt"/>
              </a:rPr>
              <a:t> UI for user interaction.</a:t>
            </a:r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9215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1387-E4FD-CB9D-3BB4-A0CBD16B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59" y="-271182"/>
            <a:ext cx="3932237" cy="1600200"/>
          </a:xfrm>
        </p:spPr>
        <p:txBody>
          <a:bodyPr>
            <a:normAutofit/>
          </a:bodyPr>
          <a:lstStyle/>
          <a:p>
            <a:r>
              <a:rPr lang="en-US" sz="4000" dirty="0"/>
              <a:t>Results &amp;Outp</a:t>
            </a:r>
            <a:r>
              <a:rPr lang="en-US" sz="4000"/>
              <a:t>ut</a:t>
            </a:r>
            <a:endParaRPr lang="en-US" sz="4000" dirty="0"/>
          </a:p>
        </p:txBody>
      </p:sp>
      <p:pic>
        <p:nvPicPr>
          <p:cNvPr id="5" name="Picture Placeholder 4" descr="A screenshot of a movie&#10;&#10;AI-generated content may be incorrect.">
            <a:extLst>
              <a:ext uri="{FF2B5EF4-FFF2-40B4-BE49-F238E27FC236}">
                <a16:creationId xmlns:a16="http://schemas.microsoft.com/office/drawing/2014/main" id="{CCB619AD-D006-ABB9-582A-18EE66DF74F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471" r="2988"/>
          <a:stretch>
            <a:fillRect/>
          </a:stretch>
        </p:blipFill>
        <p:spPr>
          <a:xfrm>
            <a:off x="4600482" y="937230"/>
            <a:ext cx="7208506" cy="442492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3910A-BC16-FB2B-E3B6-B08CCC7A1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2760" y="1620371"/>
            <a:ext cx="4178765" cy="46520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>
                <a:ea typeface="+mn-lt"/>
                <a:cs typeface="+mn-lt"/>
              </a:rPr>
              <a:t>Project Output: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User selects a movie from the dropdown menu.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System analyzes similarity scores.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Top 5 similar movies are recommended.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Movie posters are displayed along with movie names.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Recommendations are generated instantly.</a:t>
            </a:r>
            <a:endParaRPr lang="en-US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1245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21077-C05E-0266-24AB-024C2140C661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2438" y="1493163"/>
            <a:ext cx="9588500" cy="50434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Advantages</a:t>
            </a:r>
          </a:p>
          <a:p>
            <a:r>
              <a:rPr lang="en-US" sz="2000">
                <a:ea typeface="+mn-lt"/>
                <a:cs typeface="+mn-lt"/>
              </a:rPr>
              <a:t> Easy to use and interactive interface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Provides quick movie recommendations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 Reduces time spent searching for movies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 Scalable for large movie datasets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 Displays movie posters for better user experience</a:t>
            </a:r>
            <a:endParaRPr lang="en-US"/>
          </a:p>
          <a:p>
            <a:r>
              <a:rPr lang="en-US"/>
              <a:t>Applications</a:t>
            </a:r>
          </a:p>
          <a:p>
            <a:r>
              <a:rPr lang="en-US" sz="2000">
                <a:ea typeface="+mn-lt"/>
                <a:cs typeface="+mn-lt"/>
              </a:rPr>
              <a:t>Movie Streaming Platforms (Netflix, Prime Video, </a:t>
            </a:r>
            <a:r>
              <a:rPr lang="en-US" sz="2000" dirty="0">
                <a:ea typeface="+mn-lt"/>
                <a:cs typeface="+mn-lt"/>
              </a:rPr>
              <a:t>Disney+)</a:t>
            </a:r>
            <a:endParaRPr lang="en-US" dirty="0"/>
          </a:p>
          <a:p>
            <a:r>
              <a:rPr lang="en-US" sz="2000">
                <a:ea typeface="+mn-lt"/>
                <a:cs typeface="+mn-lt"/>
              </a:rPr>
              <a:t> Online Entertainment Portals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 Mobile Movie Recommendation Apps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Personalized Content Recommendation Systems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Data Science and Machine Learning Projects</a:t>
            </a:r>
            <a:endParaRPr lang="en-US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4065F2-B4F2-2DD7-F561-6451D6D92705}"/>
              </a:ext>
            </a:extLst>
          </p:cNvPr>
          <p:cNvSpPr txBox="1"/>
          <p:nvPr/>
        </p:nvSpPr>
        <p:spPr>
          <a:xfrm>
            <a:off x="769302" y="656048"/>
            <a:ext cx="69584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Advantages &amp; </a:t>
            </a:r>
            <a:r>
              <a:rPr lang="en-US" sz="4000"/>
              <a:t>Applications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58489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99067-668A-E765-470C-993AA5B7B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959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/>
              <a:t>Future Scope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4B722-2D90-83E2-1542-F8C4F47E5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Improve recommendation accuracy using advanced Machine Learning algorithms.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Add user login and personalized recommendations.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Integrate user ratings and reviews.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Recommend movies based on genres, actors, and directors.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Deploy the application on cloud platforms for public access.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Expand the dataset to include thousands of movies and TV shows.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7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A080-BD7F-EE36-D909-B18144583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647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Concl</a:t>
            </a:r>
            <a:r>
              <a:rPr lang="en-US" sz="4000"/>
              <a:t>usion 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CAA52-1E85-0EBF-C213-83C467E24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Successfully developed a Movie Recommendation System using Machine Learning.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Implemented a content-based recommendation approach using a similarity matrix.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Integrated TMDB API to fetch and display movie posters.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 Created an interactive and user-friendly interface using </a:t>
            </a:r>
            <a:r>
              <a:rPr lang="en-US" dirty="0" err="1">
                <a:ea typeface="+mn-lt"/>
                <a:cs typeface="+mn-lt"/>
              </a:rPr>
              <a:t>Streamlit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 The system provides quick and relevant movie recommendations to users.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115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Movie Recommendation System Using Machine Learning </vt:lpstr>
      <vt:lpstr>INTRODUCTION</vt:lpstr>
      <vt:lpstr>Problem Statement &amp; Objectives</vt:lpstr>
      <vt:lpstr>Technologies Used</vt:lpstr>
      <vt:lpstr>System Flow </vt:lpstr>
      <vt:lpstr>Implementation &amp; Code Structure </vt:lpstr>
      <vt:lpstr>Results &amp;Output</vt:lpstr>
      <vt:lpstr>PowerPoint Presentation</vt:lpstr>
      <vt:lpstr>Future Scope</vt:lpstr>
      <vt:lpstr>Conclusion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242</cp:revision>
  <dcterms:created xsi:type="dcterms:W3CDTF">2026-05-31T07:31:39Z</dcterms:created>
  <dcterms:modified xsi:type="dcterms:W3CDTF">2026-05-31T09:18:04Z</dcterms:modified>
</cp:coreProperties>
</file>